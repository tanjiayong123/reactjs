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ccordion Black" panose="020B0604020202020204" charset="-128"/>
      <p:regular r:id="rId9"/>
    </p:embeddedFont>
    <p:embeddedFont>
      <p:font typeface="Helvetica World Bold" panose="020B0604020202020204" charset="-128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04186" y="-2600674"/>
            <a:ext cx="14777046" cy="15720261"/>
          </a:xfrm>
          <a:custGeom>
            <a:avLst/>
            <a:gdLst/>
            <a:ahLst/>
            <a:cxnLst/>
            <a:rect l="l" t="t" r="r" b="b"/>
            <a:pathLst>
              <a:path w="14777046" h="15720261">
                <a:moveTo>
                  <a:pt x="0" y="0"/>
                </a:moveTo>
                <a:lnTo>
                  <a:pt x="14777045" y="0"/>
                </a:lnTo>
                <a:lnTo>
                  <a:pt x="14777045" y="15720261"/>
                </a:lnTo>
                <a:lnTo>
                  <a:pt x="0" y="15720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34260" y="2307624"/>
            <a:ext cx="7835983" cy="8336152"/>
          </a:xfrm>
          <a:custGeom>
            <a:avLst/>
            <a:gdLst/>
            <a:ahLst/>
            <a:cxnLst/>
            <a:rect l="l" t="t" r="r" b="b"/>
            <a:pathLst>
              <a:path w="7835983" h="8336152">
                <a:moveTo>
                  <a:pt x="0" y="0"/>
                </a:moveTo>
                <a:lnTo>
                  <a:pt x="7835983" y="0"/>
                </a:lnTo>
                <a:lnTo>
                  <a:pt x="7835983" y="8336152"/>
                </a:lnTo>
                <a:lnTo>
                  <a:pt x="0" y="8336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443397"/>
            <a:ext cx="9315466" cy="170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43"/>
              </a:lnSpc>
              <a:spcBef>
                <a:spcPct val="0"/>
              </a:spcBef>
            </a:pPr>
            <a:r>
              <a:rPr lang="en-US" sz="8887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AW421 PROJECT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549161"/>
            <a:ext cx="6646119" cy="66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2"/>
              </a:lnSpc>
              <a:spcBef>
                <a:spcPct val="0"/>
              </a:spcBef>
            </a:pPr>
            <a:r>
              <a:rPr lang="en-US" sz="3623" b="1" spc="72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By Tan Jia Yong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28700" y="4756993"/>
            <a:ext cx="4852780" cy="0"/>
          </a:xfrm>
          <a:prstGeom prst="line">
            <a:avLst/>
          </a:prstGeom>
          <a:ln w="762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771525"/>
            <a:ext cx="6236709" cy="124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8"/>
              </a:lnSpc>
              <a:spcBef>
                <a:spcPct val="0"/>
              </a:spcBef>
            </a:pPr>
            <a:r>
              <a:rPr lang="en-US" sz="6520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Content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777144"/>
            <a:ext cx="10477520" cy="66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290" lvl="1" indent="-390645" algn="l">
              <a:lnSpc>
                <a:spcPts val="5066"/>
              </a:lnSpc>
              <a:buFont typeface="Arial"/>
              <a:buChar char="•"/>
            </a:pPr>
            <a:r>
              <a:rPr lang="en-US" sz="3618" b="1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020570"/>
            <a:ext cx="10477520" cy="66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290" lvl="1" indent="-390645" algn="l">
              <a:lnSpc>
                <a:spcPts val="5066"/>
              </a:lnSpc>
              <a:buFont typeface="Arial"/>
              <a:buChar char="•"/>
            </a:pPr>
            <a:r>
              <a:rPr lang="en-US" sz="3618" b="1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Proposed system and objective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265774"/>
            <a:ext cx="10477520" cy="66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290" lvl="1" indent="-390645" algn="l">
              <a:lnSpc>
                <a:spcPts val="5066"/>
              </a:lnSpc>
              <a:buFont typeface="Arial"/>
              <a:buChar char="•"/>
            </a:pPr>
            <a:r>
              <a:rPr lang="en-US" sz="3618" b="1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DEMO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6371225"/>
            <a:ext cx="10477520" cy="66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290" lvl="1" indent="-390645" algn="l">
              <a:lnSpc>
                <a:spcPts val="5066"/>
              </a:lnSpc>
              <a:buFont typeface="Arial"/>
              <a:buChar char="•"/>
            </a:pPr>
            <a:r>
              <a:rPr lang="en-US" sz="3618" b="1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41634" y="1802753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771525"/>
            <a:ext cx="6236709" cy="124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8"/>
              </a:lnSpc>
              <a:spcBef>
                <a:spcPct val="0"/>
              </a:spcBef>
            </a:pPr>
            <a:r>
              <a:rPr lang="en-US" sz="6520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Introduction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237700"/>
            <a:ext cx="10998013" cy="276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School Information System (SIS) is a web-based application that helps manage and organize school data efficiently. It allows users to manage information about students, teachers, courses, and grades. Built with ReactJS, the system provides a user-friendly interface with form validation to ensure data accuracy and reliability.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737373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41634" y="1802753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771525"/>
            <a:ext cx="12285339" cy="124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8"/>
              </a:lnSpc>
              <a:spcBef>
                <a:spcPct val="0"/>
              </a:spcBef>
            </a:pPr>
            <a:r>
              <a:rPr lang="en-US" sz="6520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Proposed system and objective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736975"/>
            <a:ext cx="10998013" cy="367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proposed system is a web-based School Information System (SIS) that allows users to manage school </a:t>
            </a:r>
            <a:r>
              <a:rPr lang="en-US" sz="2499" b="1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easily. </a:t>
            </a:r>
            <a:r>
              <a:rPr lang="en-US" sz="2499" b="1" dirty="0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 includes features to add, edit, delete, and view information about students, teachers, courses, and grades. The system is built using ReactJS to provide a responsive and user-friendly interface with form validation to ensure accurate data entry.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737373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737373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41634" y="1802753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3052785" y="-1638013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320158" y="4342072"/>
            <a:ext cx="3344846" cy="1336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8"/>
              </a:lnSpc>
              <a:spcBef>
                <a:spcPct val="0"/>
              </a:spcBef>
            </a:pPr>
            <a:r>
              <a:rPr lang="en-US" sz="7020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41634" y="1802753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771525"/>
            <a:ext cx="12285339" cy="124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8"/>
              </a:lnSpc>
              <a:spcBef>
                <a:spcPct val="0"/>
              </a:spcBef>
            </a:pPr>
            <a:r>
              <a:rPr lang="en-US" sz="6520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472071"/>
            <a:ext cx="10998013" cy="323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73737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School Information System (SIS) provides an efficient and reliable way to manage school-related data. By digitalizing records of students, teachers, courses, and grades, the system reduces errors and saves time. With its user-friendly ReactJS interface and data validation features, the SIS improves accuracy, accessibility, and overall school management efficiency.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737373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95216" y="-2929365"/>
            <a:ext cx="15394984" cy="16377643"/>
          </a:xfrm>
          <a:custGeom>
            <a:avLst/>
            <a:gdLst/>
            <a:ahLst/>
            <a:cxnLst/>
            <a:rect l="l" t="t" r="r" b="b"/>
            <a:pathLst>
              <a:path w="15394984" h="16377643">
                <a:moveTo>
                  <a:pt x="0" y="0"/>
                </a:moveTo>
                <a:lnTo>
                  <a:pt x="15394985" y="0"/>
                </a:lnTo>
                <a:lnTo>
                  <a:pt x="15394985" y="16377643"/>
                </a:lnTo>
                <a:lnTo>
                  <a:pt x="0" y="16377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34260" y="2307624"/>
            <a:ext cx="7835983" cy="8336152"/>
          </a:xfrm>
          <a:custGeom>
            <a:avLst/>
            <a:gdLst/>
            <a:ahLst/>
            <a:cxnLst/>
            <a:rect l="l" t="t" r="r" b="b"/>
            <a:pathLst>
              <a:path w="7835983" h="8336152">
                <a:moveTo>
                  <a:pt x="0" y="0"/>
                </a:moveTo>
                <a:lnTo>
                  <a:pt x="7835983" y="0"/>
                </a:lnTo>
                <a:lnTo>
                  <a:pt x="7835983" y="8336152"/>
                </a:lnTo>
                <a:lnTo>
                  <a:pt x="0" y="8336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859949"/>
            <a:ext cx="9705560" cy="2194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13"/>
              </a:lnSpc>
              <a:spcBef>
                <a:spcPct val="0"/>
              </a:spcBef>
            </a:pPr>
            <a:r>
              <a:rPr lang="en-US" sz="11509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THANK YOU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28700" y="4756993"/>
            <a:ext cx="4852780" cy="0"/>
          </a:xfrm>
          <a:prstGeom prst="line">
            <a:avLst/>
          </a:prstGeom>
          <a:ln w="762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Custom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Accordion Black</vt:lpstr>
      <vt:lpstr>Calibri</vt:lpstr>
      <vt:lpstr>Helvetica World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Grey Monocrome Business Company Presentation</dc:title>
  <cp:lastModifiedBy>jiayongtan630@gmail.com</cp:lastModifiedBy>
  <cp:revision>2</cp:revision>
  <dcterms:created xsi:type="dcterms:W3CDTF">2006-08-16T00:00:00Z</dcterms:created>
  <dcterms:modified xsi:type="dcterms:W3CDTF">2025-11-24T02:24:58Z</dcterms:modified>
  <dc:identifier>DAG1KVlsBjs</dc:identifier>
</cp:coreProperties>
</file>